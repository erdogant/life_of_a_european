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6.993%" autoAdjust="0"/>
    <p:restoredTop sz="94.66%"/>
  </p:normalViewPr>
  <p:slideViewPr>
    <p:cSldViewPr snapToGrid="0">
      <p:cViewPr varScale="1">
        <p:scale>
          <a:sx n="89" d="100"/>
          <a:sy n="89" d="100"/>
        </p:scale>
        <p:origin x="6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purl.oclc.org/ooxml/officeDocument/relationships/presProps" Target="presProps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tableStyles" Target="tableStyles.xml"/><Relationship Id="rId5" Type="http://purl.oclc.org/ooxml/officeDocument/relationships/theme" Target="theme/theme1.xml"/><Relationship Id="rId4" Type="http://purl.oclc.org/ooxml/officeDocument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08A0-AC8D-38CC-6A67-C5F3E5A1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70F8E-E484-E1D4-D01F-A78E446FC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D855-673F-8973-8E9E-64201348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E8DB1-9529-86DA-EF91-0A628995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5FCAB-2659-4651-496C-58D83A0A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4336812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8CFF-4082-06F2-81D8-B591439E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B82F-88E2-9E8B-AB79-AA081E8EC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3EC94-757F-8082-28B3-A214E37C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8D5C8-A675-9F8D-8D27-AB935707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202C6-A1DC-096A-6475-74346710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5167923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5B48-D53E-63F4-8A4B-75DF7224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7C72C-EA03-A43A-B320-2B111C1B2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F040-B0EE-6263-60D5-B639F09C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96C54-E5A5-E194-E42C-C912BAA0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96E3A-EC6E-0882-4627-CF57C9D0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6035120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C709-06AD-D7B2-44B8-AF864788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2520-9900-9DCC-0719-C0217264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1F494-8499-30FB-D1BE-E14A97F8B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80D1E-EF6B-1450-C5E9-5CB71A1C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8EAFA-5A2B-3266-1903-DE86793B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AB556-FA68-32AC-381C-E8F274AD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2097799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ACFD-7256-BD85-5F2B-8FF1690C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3B358-C255-91F7-B464-93FA60A5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3B690-7B51-B058-24E6-EFF44D6B9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CA7F4-27CC-3AE5-99E1-F0386D4EE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C04AF-4835-D17D-C32E-6733E14BF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4F277-0304-DBAD-4A92-70958282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4565F-32B7-5F33-C596-B8B25B61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E75E3-683C-B697-9E33-A0A2E649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9062095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1FC9-242A-ED3A-6B5C-94697A03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32671-4EBF-25C7-4D31-044430CF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09966-EEB0-9E44-1F10-7978CC29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19955-E0EB-537A-F445-6B7273FE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230345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DEEB9-B704-9047-B33A-79347C44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FA3D7-3BC9-B7D4-0C12-177B4588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B54E2-35C3-020E-A347-44C20507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5905455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709F-F4FD-2530-15F4-00A4D4B1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33DE-598A-CF35-F088-7D734211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E24A1-46CD-22FD-372E-14CCE3450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7E1D8-41FD-EFC4-1A16-AD912BDD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03DAC-CEA6-692A-02B3-E850EFFD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7DB3-7D18-2091-B5C6-E1A571BD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0893159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CF51-C6F7-12D4-80B4-729F5C35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D4CF4-9228-9E03-D2CF-8892BCF7535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B8DA4-3692-4BE8-5C5B-879677685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169FE-9DE7-D20B-D184-B6481B84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50161-714F-06AD-4366-4A5511C3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71086-BFDF-4C45-D088-8C495C0C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2585895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790D-6101-F24B-F592-541F74C4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7E9F4-7FC9-61D4-43F2-4235F235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4FAB-37E7-7191-EF40-73EC76B8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05742-2EE2-AC43-EF4B-E7486998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F02F-909D-6272-DC17-ABF5490A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4452602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5AD0B-8EA5-6FE7-D5C3-A996A5EA0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F4CE0-D743-7D06-5B19-A6EC53532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B8E62-2617-D599-7D04-FC84E6C4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633D9-180F-5F90-A95F-09628952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D1937-A7F0-B81F-CA53-31484D3F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291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E564-5DDB-B9EC-95B5-9765751C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30182-9D93-AB5C-8119-886D9BA3A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A1B6F-48BA-42CC-4702-CF9E01B38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214A4F36-925E-404E-9371-B313596A8B1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F817-FF10-D1B8-3104-89DCA3B2E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01597-8842-15DD-01CC-82F7BE1F4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5157C8A5-CE30-41C0-9401-AC273F10B3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689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271103-6854-2239-AC05-B50DA2EB4664}"/>
              </a:ext>
            </a:extLst>
          </p:cNvPr>
          <p:cNvSpPr/>
          <p:nvPr/>
        </p:nvSpPr>
        <p:spPr>
          <a:xfrm>
            <a:off x="811031" y="1174308"/>
            <a:ext cx="1867875" cy="1104547"/>
          </a:xfrm>
          <a:prstGeom prst="roundRect">
            <a:avLst>
              <a:gd name="adj" fmla="val 14315"/>
            </a:avLst>
          </a:prstGeom>
          <a:solidFill>
            <a:schemeClr val="tx2">
              <a:lumMod val="10%"/>
              <a:lumOff val="90%"/>
              <a:alpha val="22%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Understanding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1419EC-0B0F-38B9-957D-1529F485EA3A}"/>
              </a:ext>
            </a:extLst>
          </p:cNvPr>
          <p:cNvSpPr/>
          <p:nvPr/>
        </p:nvSpPr>
        <p:spPr>
          <a:xfrm>
            <a:off x="3068944" y="1174308"/>
            <a:ext cx="2139333" cy="1104546"/>
          </a:xfrm>
          <a:prstGeom prst="roundRect">
            <a:avLst>
              <a:gd name="adj" fmla="val 14315"/>
            </a:avLst>
          </a:prstGeom>
          <a:solidFill>
            <a:schemeClr val="tx2">
              <a:lumMod val="10%"/>
              <a:lumOff val="90%"/>
              <a:alpha val="22%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Raw </a:t>
            </a:r>
            <a:r>
              <a:rPr lang="en-US" sz="1600" dirty="0">
                <a:solidFill>
                  <a:schemeClr val="tx1"/>
                </a:solidFill>
              </a:rPr>
              <a:t>Data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A42064-E558-A2BF-B5D3-3F8F2B0597BE}"/>
              </a:ext>
            </a:extLst>
          </p:cNvPr>
          <p:cNvSpPr/>
          <p:nvPr/>
        </p:nvSpPr>
        <p:spPr>
          <a:xfrm>
            <a:off x="5612116" y="1228716"/>
            <a:ext cx="2139334" cy="1104546"/>
          </a:xfrm>
          <a:prstGeom prst="roundRect">
            <a:avLst>
              <a:gd name="adj" fmla="val 14315"/>
            </a:avLst>
          </a:prstGeom>
          <a:solidFill>
            <a:schemeClr val="tx2">
              <a:lumMod val="10%"/>
              <a:lumOff val="90%"/>
              <a:alpha val="22%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Modeling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Fitting Probability Density Distributions</a:t>
            </a:r>
            <a:endParaRPr lang="en-NL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243995-BFA5-D58A-0E14-9D7969049379}"/>
              </a:ext>
            </a:extLst>
          </p:cNvPr>
          <p:cNvSpPr/>
          <p:nvPr/>
        </p:nvSpPr>
        <p:spPr>
          <a:xfrm>
            <a:off x="3068942" y="2673957"/>
            <a:ext cx="2139334" cy="1104546"/>
          </a:xfrm>
          <a:prstGeom prst="roundRect">
            <a:avLst>
              <a:gd name="adj" fmla="val 14315"/>
            </a:avLst>
          </a:prstGeom>
          <a:solidFill>
            <a:schemeClr val="tx2">
              <a:lumMod val="10%"/>
              <a:lumOff val="90%"/>
              <a:alpha val="22%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Storytelling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MovingBubbles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D3Blocks</a:t>
            </a:r>
            <a:endParaRPr lang="en-NL" sz="16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408F0E-8CE3-E1BD-F016-3837945554DD}"/>
              </a:ext>
            </a:extLst>
          </p:cNvPr>
          <p:cNvSpPr/>
          <p:nvPr/>
        </p:nvSpPr>
        <p:spPr>
          <a:xfrm>
            <a:off x="5612117" y="2673957"/>
            <a:ext cx="2139334" cy="1104546"/>
          </a:xfrm>
          <a:prstGeom prst="roundRect">
            <a:avLst>
              <a:gd name="adj" fmla="val 14315"/>
            </a:avLst>
          </a:prstGeom>
          <a:solidFill>
            <a:schemeClr val="tx2">
              <a:lumMod val="10%"/>
              <a:lumOff val="90%"/>
              <a:alpha val="22%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Assumptions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Setting out timelines</a:t>
            </a:r>
            <a:endParaRPr lang="en-NL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859E3F-3396-7AF3-A6B3-6DEFE97D815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678906" y="1726581"/>
            <a:ext cx="403839" cy="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D7FC99-2B1F-0150-56FF-49450BDAD56F}"/>
              </a:ext>
            </a:extLst>
          </p:cNvPr>
          <p:cNvCxnSpPr/>
          <p:nvPr/>
        </p:nvCxnSpPr>
        <p:spPr>
          <a:xfrm flipV="1">
            <a:off x="5208277" y="1726580"/>
            <a:ext cx="403839" cy="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AE624C-54BB-1362-8EB7-A69F5BBF1DE1}"/>
              </a:ext>
            </a:extLst>
          </p:cNvPr>
          <p:cNvCxnSpPr>
            <a:cxnSpLocks/>
          </p:cNvCxnSpPr>
          <p:nvPr/>
        </p:nvCxnSpPr>
        <p:spPr>
          <a:xfrm flipH="1">
            <a:off x="5208276" y="3188314"/>
            <a:ext cx="403840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776A47-3F7A-993F-09BD-5E2635D331D0}"/>
              </a:ext>
            </a:extLst>
          </p:cNvPr>
          <p:cNvCxnSpPr>
            <a:cxnSpLocks/>
          </p:cNvCxnSpPr>
          <p:nvPr/>
        </p:nvCxnSpPr>
        <p:spPr>
          <a:xfrm>
            <a:off x="6698452" y="2350289"/>
            <a:ext cx="0" cy="36653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66925"/>
      </p:ext>
    </p:extLst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8</TotalTime>
  <Words>18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3</cp:revision>
  <dcterms:created xsi:type="dcterms:W3CDTF">2026-10-25T16:39:04Z</dcterms:created>
  <dcterms:modified xsi:type="dcterms:W3CDTF">2026-10-25T16:48:03Z</dcterms:modified>
</cp:coreProperties>
</file>